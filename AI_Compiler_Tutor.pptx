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AI-Based Compiler Error
Message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D4AA"/>
                </a:solidFill>
              </a:rPr>
              <a:t>AI Tutor for Beginner C Programmers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43400"/>
            <a:ext cx="45720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8"/>
                </a:solidFill>
              </a:rPr>
              <a:t>Course   :  Compiler Design — Semester 4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Tool     :  GCC + Python + Flan-T5 Transformer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Language :  C (C99/C11 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Definition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Novelty of the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Error Taxonomy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313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Dataset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AST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AI Tutor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Sample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Progress Summary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Security Rules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3133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313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Model Training (Flan-T5)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Definition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📘  What is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An AI-powered tool that intercepts GCC compiler errors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and rewrites them into plain, beginner-friendly English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with actionable fix suggestions.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GCC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"error: expected ';' before '}'"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AI Tutor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"You forgot a semicolon at the end of line 8.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 Add ; after your statement."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00"/>
                </a:solidFill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GCC error messages are written for compiler engineers,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not for students learning C.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Cryptic jargon  ("lvalue", "token", "implicit")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plain English explanation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actionable fix steps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security guidance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One-liner with no context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Beginner students spend hours Googling a single error.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This project eliminates that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Intercept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Capture raw GCC stderr output for any .c file and parse it into structured error objects (file, line, col, message).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Classify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Categorise every error into one of 5 compiler phases: Syntax, Declaration, Type, Scope, Linker — using the error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73152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502920" cy="237744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Rewrite in 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Replace opaque GCC messages with 2-3 sentence plain explanations that any beginner can understand without Googling.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657600" cy="73152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502920" cy="237744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Provide Actionable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Give the student an exact code-level fix, validated against GCC to ensure the fix actually resolves the error.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402336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02336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Enforce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Ensure fix suggestions never recommend unsafe functions (gets, strcpy, scanf without width). Flag insecure patterns.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402336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402336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Evaluate &amp;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Quantitatively compare GCC vs AI Tutor on 4 metrics: Clarity, Actionability, Accuracy, Security (out of 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Novelty of 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Compiler-Integrated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Sits between GCC and the student — not a separate checker. Uses actual GCC output, so accuracy is 100%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0248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Hybrid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Rule-based matching (instant, offline) + fine-tuned Flan-T5 Transformer (handles novel/unseen errors). Best of both worlds.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Security-Aware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Unlike Stack Overflow or generic tutors, every suggested fix is checked against a blocklist of unsafe C functions.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AST-Level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Maps each error back to its Abstract Syntax Tree node (VarDecl, CallExpr, etc.) for a deeper, compiler-theory explanation.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Quantitative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Scores AI Tutor vs GCC on 4 rubrics across all 10 error types. Proves improvement with data, not just anecdote.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Full GUI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Dedicated dark-themed Tkinter GUI with 4 tabs: AI Tutor, AST View, Security Scan, Evaluation — all usable live.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828800"/>
            <a:ext cx="1554480" cy="128016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 File
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err_001.c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GCC
Compiler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gcc -Wall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1828800"/>
            <a:ext cx="1554480" cy="128016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7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
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Regex 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9" y="1828800"/>
            <a:ext cx="1554480" cy="128016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59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Pattern
Matcher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PATTERNS[]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1828800"/>
            <a:ext cx="1554480" cy="128016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
Lookup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JSON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1554480" cy="1280160"/>
          </a:xfrm>
          <a:prstGeom prst="rect">
            <a:avLst/>
          </a:prstGeom>
          <a:solidFill>
            <a:srgbClr val="FF7A0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Tutor
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Plain Eng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8328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Fallback (unseen errors):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Flan-T5
Transformer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Fine-Tuned
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Generated
Explanation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Supporting modules: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265176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annotated_errors.json
10+ error entries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39" y="5577840"/>
            <a:ext cx="2651760" cy="5486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secure_checker.py
Security blocklist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8040" y="5577840"/>
            <a:ext cx="2651760" cy="54864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evaluate.py
4-metric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5577840"/>
            <a:ext cx="265176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40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gui.py
Tkinter GUI 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Error Taxonomy — 5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057400" cy="5029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8FFF"/>
                </a:solidFill>
              </a:rPr>
              <a:t>Parser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304288"/>
            <a:ext cx="1874519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S1 Missing semicolon (35%)
S2 Missing closing ) 
S3 Missing closing }
S4 Too few arguments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8608" y="1371600"/>
            <a:ext cx="2057400" cy="5029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AA"/>
                </a:solidFill>
              </a:rPr>
              <a:t>Symbol Table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04288"/>
            <a:ext cx="1874519" cy="36576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D1 Undeclared variable (25%)
D2 Implicit function decl (20%)
D3 Redefinition
D4 Multiple 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37176" y="1371600"/>
            <a:ext cx="2057400" cy="5029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000"/>
                </a:solidFill>
              </a:rPr>
              <a:t>Semantic 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2304288"/>
            <a:ext cx="1874519" cy="36576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T1 Incompatible types
T2 Format specifier mismatch
T3 Pointer/int mismatch
T4 Return type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5744" y="1371600"/>
            <a:ext cx="2057400" cy="5029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E676"/>
                </a:solidFill>
              </a:rPr>
              <a:t>Semantic Analyzer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3" y="2304288"/>
            <a:ext cx="1874519" cy="36576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3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SC1 Return in void function
SC2 Control reaches end
SC3 break outside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54312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371600"/>
            <a:ext cx="2057400" cy="50292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GNU Linker (ld)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5752" y="2304288"/>
            <a:ext cx="1874519" cy="36576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L1 Undefined reference
L2 Missing library (-l flag)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Frequency distribution (beginner code)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Design — annotated_errors.json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FFF"/>
                </a:solidFill>
              </a:rPr>
              <a:t>📋  Dataset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E001 … E030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 / Type /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0837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083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gcc_error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0837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Raw GCC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plain_explanation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2958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Beginner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50791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example_code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05079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Minimal C snippet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720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Plain-language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9320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93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fixed_code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9320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Corrected snippet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1441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1441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000"/>
                </a:solidFill>
              </a:rPr>
              <a:t>secure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61441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true / false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371600"/>
            <a:ext cx="61264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1371600"/>
            <a:ext cx="61264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✅  Validation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65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1  Trigger exact GCC error with example_code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23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2  Apply fix → verify GCC reports no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880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3  Confirm no new warnings introduced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337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4  Human review of plain_explanation clarity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7947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5  Security review — no unsafe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51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Result  : All 10 entries ✅ Validated, ✅ Secure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166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10 most frequent errors covered (E001–E015)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623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25 regex patterns for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AST-Level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120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120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🌲  What is an AST?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</a:rPr>
              <a:t>Abstract Syntax Tree (AST) is the internal tree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structure the GCC parser builds from your C code.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Every line maps to an AST node type: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int x = 5;        →  VarDecl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printf("hello");  →  CallExpr[printf]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return 0;         →  ReturnStmt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if (x &gt; 0) {      →  IfStmt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for (... ) {      →  ForStmt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AST analysis tells us WHICH compiler stage caused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the error — not just what line it's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371600"/>
            <a:ext cx="603504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371600"/>
            <a:ext cx="603504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AST VIEW: err_001_missing_semicolon.c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  Line  │  AST Node               │ 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304288"/>
            <a:ext cx="5760720" cy="27432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395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1  IncludeDirective        #include &lt;stdio.h&gt;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85292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87121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3  FunctionDecl            int main() {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328416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334670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5  VarDecl                   int x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803904"/>
            <a:ext cx="5760720" cy="438912"/>
          </a:xfrm>
          <a:prstGeom prst="rect">
            <a:avLst/>
          </a:prstGeom>
          <a:solidFill>
            <a:srgbClr val="3D1010"/>
          </a:solidFill>
          <a:ln>
            <a:solidFill>
              <a:srgbClr val="3D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822191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   6  VarDecl                   int y = 10  ◄ERROR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279392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9767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7  CallExpr[printf]          printf("%d", x+y)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475488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8  ReturnStmt                return 0;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23036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524865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9  CompoundStmt[close] 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Tutor — Code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578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578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src/main.py  — 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1: Load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= load_dataset()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2: Compile with GCC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stderr, _ = compile_file(fp)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3: Parse GCC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errors = parse_errors(stderr)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4: Match →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 err in errors: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entry = match_error(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66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err['msg'], dataset)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print(entry['plain_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explanation'])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print(entry['fix'])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71600"/>
            <a:ext cx="59436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371600"/>
            <a:ext cx="594360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76"/>
                </a:solidFill>
              </a:rPr>
              <a:t>$ python src/main.py errors/err_001_missing_semicolon.c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87451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488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8FFF"/>
                </a:solidFill>
              </a:rPr>
              <a:t>  AI COMPILER TUTOR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23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File: err_001_missing_semicolon.c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6974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00"/>
                </a:solidFill>
              </a:rPr>
              <a:t>  Found 1 issue(s)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971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5204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-- Issue #1 ------------------------------------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794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File: err_001.c, Line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690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  GCC : err_001.c:6:3: error: expected ';' before '}'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617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What it means: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92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You forgot a semicolon at the end of line 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In C, every statement must end with 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440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715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How to fix 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89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Change:  int y 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Progress Summary — Weeks 1 to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89888"/>
            <a:ext cx="1417320" cy="56692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38988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Weeks 1–2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7088" y="1389888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47088" y="1389888"/>
            <a:ext cx="10058400" cy="457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08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Phase 1: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82496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Studied GCC error format, beginner C mistakes, existing tools (clang-tidy, gcc-doc).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112264"/>
            <a:ext cx="1417320" cy="56692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1226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Weeks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112264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47088" y="2112264"/>
            <a:ext cx="10058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30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Phase 2: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0487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Designed system architecture: pipeline (GCC -&gt; Parser -&gt; Matcher -&gt; Output), chose Flan-T5 as AI fallback.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834640"/>
            <a:ext cx="1417320" cy="56692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834640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47088" y="2834640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47088" y="2834640"/>
            <a:ext cx="10058400" cy="457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52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00"/>
                </a:solidFill>
              </a:rPr>
              <a:t>Phase 3: Error 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27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Classified 15+ error types into 5 categories (Syntax, Declaration, Type, Scope, Linker) with GCC patterns.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557016"/>
            <a:ext cx="1417320" cy="566928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557016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7088" y="3557016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47088" y="3557016"/>
            <a:ext cx="10058400" cy="457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5753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Phase 3: Error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84962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Wrote collect_errors.py — compiled all 10 C error programs, saved raw GCC output to raw_gcc_output.json.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279392"/>
            <a:ext cx="1417320" cy="56692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279392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7088" y="4279392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47088" y="4279392"/>
            <a:ext cx="10058400" cy="457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Phase 3: AST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5720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Built ast_parser.py — annotates every line of a C file with its AST node type (VarDecl, CallExpr, etc.).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5001768"/>
            <a:ext cx="1417320" cy="56692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00176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47088" y="5001768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088" y="5001768"/>
            <a:ext cx="10058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00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Phase 4: Dataset Preparation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294376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Created annotated_errors.json with 10 fully validated, security-reviewed entries. Built dataset_builder.py.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5724144"/>
            <a:ext cx="1417320" cy="56692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57241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47088" y="5724144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47088" y="5724144"/>
            <a:ext cx="10058400" cy="457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57424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00"/>
                </a:solidFill>
              </a:rPr>
              <a:t>Phase 5: AI Tutor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601675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Built main.py — full pipeline: GCC compile -&gt; regex parse -&gt; dataset lookup -&gt; plain English 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Security Blocklist &amp;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73152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4D4D"/>
                </a:solidFill>
              </a:rPr>
              <a:t>Safe Code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8"/>
                </a:solidFill>
              </a:rPr>
              <a:t>The AI restricts usage of inherently unsafe C functions prone to memory corruption.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If an unsafe function is typed by the student—or predicted by the model—the engine highlights it and blocks it.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Rules Enforced: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gets()                 → Reject (Use fgets instead)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strcpy() / strcat()    → Reject (Use strncpy / strncat instead)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scanf("%s")           → Reject (Enforce width like scanf("%49s"))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system()               → Reject (Shell Injection risk)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 Training (Flan-T5)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FFF"/>
                </a:solidFill>
              </a:rPr>
              <a:t>Training Pipeline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Google Flan-T5 was fine-tuned locally using PyTorch and Hugging Face Transformers.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Dataset Augmentation: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Expanded 33 base errors into ~11,550 variations.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Prompt Formats: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'Explain this C compiler error...'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'Fix this GCC warning...'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Framework: Seq2Seq Trainer (Epochs: 3, LR: 3e-4)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</a:rPr>
              <a:t>Inference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Fallback Method: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The neural model is only invoked when regex heuristics yield zero algorithmic matches.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Performance Stats: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Inference Time: &lt; 15 seconds (Local CPU)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Memory Footprint: ~300MB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Environment: Completely offline (Private execution).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