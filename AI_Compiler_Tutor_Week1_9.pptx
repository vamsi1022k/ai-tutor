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208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ndeti Pavan Teja Naga Vamsi Krishna" userId="d4cf56eb5ace0ba8" providerId="LiveId" clId="{A30DC30E-9514-4177-B284-DAB537F3AAFD}"/>
    <pc:docChg chg="modSld">
      <pc:chgData name="Kundeti Pavan Teja Naga Vamsi Krishna" userId="d4cf56eb5ace0ba8" providerId="LiveId" clId="{A30DC30E-9514-4177-B284-DAB537F3AAFD}" dt="2026-04-19T17:21:23.200" v="0" actId="1076"/>
      <pc:docMkLst>
        <pc:docMk/>
      </pc:docMkLst>
      <pc:sldChg chg="modSp mod">
        <pc:chgData name="Kundeti Pavan Teja Naga Vamsi Krishna" userId="d4cf56eb5ace0ba8" providerId="LiveId" clId="{A30DC30E-9514-4177-B284-DAB537F3AAFD}" dt="2026-04-19T17:21:23.200" v="0" actId="1076"/>
        <pc:sldMkLst>
          <pc:docMk/>
          <pc:sldMk cId="0" sldId="256"/>
        </pc:sldMkLst>
        <pc:spChg chg="mod">
          <ac:chgData name="Kundeti Pavan Teja Naga Vamsi Krishna" userId="d4cf56eb5ace0ba8" providerId="LiveId" clId="{A30DC30E-9514-4177-B284-DAB537F3AAFD}" dt="2026-04-19T17:21:23.200" v="0" actId="1076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7883" y="146304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 dirty="0">
                <a:solidFill>
                  <a:srgbClr val="FFFFFF"/>
                </a:solidFill>
              </a:rPr>
              <a:t>AI-Based Compiler Error
Message Rewriting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566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D4AA"/>
                </a:solidFill>
              </a:rPr>
              <a:t>AI Tutor for Beginner C Programmers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343400"/>
            <a:ext cx="4572000" cy="54864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452628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CCD6E8"/>
                </a:solidFill>
              </a:rPr>
              <a:t>Course   :  Compiler Design — Semester 4</a:t>
            </a:r>
          </a:p>
          <a:p>
            <a:pPr algn="l"/>
            <a:r>
              <a:rPr sz="1800" b="0" dirty="0">
                <a:solidFill>
                  <a:srgbClr val="CCD6E8"/>
                </a:solidFill>
              </a:rPr>
              <a:t>Tool     :  GCC + Python + Flan-T5 Transformer</a:t>
            </a:r>
          </a:p>
          <a:p>
            <a:pPr algn="l"/>
            <a:r>
              <a:rPr sz="1800" b="0" dirty="0">
                <a:solidFill>
                  <a:srgbClr val="CCD6E8"/>
                </a:solidFill>
              </a:rPr>
              <a:t>Language :  C (C99/C11 standard)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53896"/>
            <a:ext cx="411480" cy="34747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5389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Definition &amp; Problem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9384"/>
            <a:ext cx="411480" cy="34747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92938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9280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Objectives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04872"/>
            <a:ext cx="411480" cy="34747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40487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6829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Novelty of the Approach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80360"/>
            <a:ext cx="411480" cy="34747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88036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84378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System Architecture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55848"/>
            <a:ext cx="411480" cy="34747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35584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3192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Error Taxonomy (5 Categories)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453896"/>
            <a:ext cx="411480" cy="34747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145389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Dataset Design  (Week 8)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929384"/>
            <a:ext cx="411480" cy="34747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192938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189280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AST Analysis  (Week 7)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404872"/>
            <a:ext cx="411480" cy="34747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240487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236829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AI Tutor Pipeline  (Week 9 — Code)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880360"/>
            <a:ext cx="411480" cy="34747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288036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284378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Sample Output  (Week 9 — Run)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355848"/>
            <a:ext cx="411480" cy="34747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335584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33192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Progress Summary  (Weeks 1 – 9)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Definition &amp;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30352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303520" cy="64008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AA"/>
                </a:solidFill>
              </a:rPr>
              <a:t>📘  What is This Project?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8"/>
                </a:solidFill>
              </a:rPr>
              <a:t>An AI-powered tool that intercepts GCC compiler errors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and rewrites them into plain, beginner-friendly English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with actionable fix suggestions.</a:t>
            </a:r>
          </a:p>
          <a:p>
            <a:pPr algn="l"/>
            <a:endParaRPr sz="1400" b="0">
              <a:solidFill>
                <a:srgbClr val="CCD6E8"/>
              </a:solidFill>
            </a:endParaRPr>
          </a:p>
          <a:p>
            <a:pPr algn="l"/>
            <a:r>
              <a:rPr sz="1400" b="0">
                <a:solidFill>
                  <a:srgbClr val="CCD6E8"/>
                </a:solidFill>
              </a:rPr>
              <a:t>GCC says: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  "error: expected ';' before '}'"</a:t>
            </a:r>
          </a:p>
          <a:p>
            <a:pPr algn="l"/>
            <a:endParaRPr sz="1400" b="0">
              <a:solidFill>
                <a:srgbClr val="CCD6E8"/>
              </a:solidFill>
            </a:endParaRPr>
          </a:p>
          <a:p>
            <a:pPr algn="l"/>
            <a:r>
              <a:rPr sz="1400" b="0">
                <a:solidFill>
                  <a:srgbClr val="CCD6E8"/>
                </a:solidFill>
              </a:rPr>
              <a:t>AI Tutor says: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  "You forgot a semicolon at the end of line 8.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   Add ; after your statement."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371600"/>
            <a:ext cx="585216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0" y="1371600"/>
            <a:ext cx="5852160" cy="64008"/>
          </a:xfrm>
          <a:prstGeom prst="rect">
            <a:avLst/>
          </a:prstGeom>
          <a:solidFill>
            <a:srgbClr val="FFD000"/>
          </a:solidFill>
          <a:ln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80760" y="14173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000"/>
                </a:solidFill>
              </a:rPr>
              <a:t>⚠️  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874519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8"/>
                </a:solidFill>
              </a:rPr>
              <a:t>GCC error messages are written for compiler engineers,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not for students learning C.</a:t>
            </a:r>
          </a:p>
          <a:p>
            <a:pPr algn="l"/>
            <a:endParaRPr sz="1400" b="0">
              <a:solidFill>
                <a:srgbClr val="CCD6E8"/>
              </a:solidFill>
            </a:endParaRPr>
          </a:p>
          <a:p>
            <a:pPr algn="l"/>
            <a:r>
              <a:rPr sz="1400" b="0">
                <a:solidFill>
                  <a:srgbClr val="CCD6E8"/>
                </a:solidFill>
              </a:rPr>
              <a:t>❌  Cryptic jargon  ("lvalue", "token", "implicit")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❌  No plain English explanation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❌  No actionable fix steps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❌  No security guidance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❌  One-liner with no context</a:t>
            </a:r>
          </a:p>
          <a:p>
            <a:pPr algn="l"/>
            <a:endParaRPr sz="1400" b="0">
              <a:solidFill>
                <a:srgbClr val="CCD6E8"/>
              </a:solidFill>
            </a:endParaRPr>
          </a:p>
          <a:p>
            <a:pPr algn="l"/>
            <a:r>
              <a:rPr sz="1400" b="0">
                <a:solidFill>
                  <a:srgbClr val="CCD6E8"/>
                </a:solidFill>
              </a:rPr>
              <a:t>Beginner students spend hours Googling a single error.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This project eliminates that friction.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3657600" cy="23774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657600" cy="7315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02920" cy="2377440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219456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8132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Intercept &amp; Parse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38528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Capture raw GCC stderr output for any .c file and parse it into structured error objects (file, line, col, message).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1371600"/>
            <a:ext cx="3657600" cy="23774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70248" y="1371600"/>
            <a:ext cx="3657600" cy="73152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70248" y="1371600"/>
            <a:ext cx="502920" cy="237744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15968" y="219456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8" y="148132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Classify Errors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1938528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Categorise every error into one of 5 compiler phases: Syntax, Declaration, Type, Scope, Linker — using the error taxonomy.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74736" y="1371600"/>
            <a:ext cx="3657600" cy="23774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74736" y="1371600"/>
            <a:ext cx="3657600" cy="73152"/>
          </a:xfrm>
          <a:prstGeom prst="rect">
            <a:avLst/>
          </a:prstGeom>
          <a:solidFill>
            <a:srgbClr val="FFD000"/>
          </a:solidFill>
          <a:ln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74736" y="1371600"/>
            <a:ext cx="502920" cy="2377440"/>
          </a:xfrm>
          <a:prstGeom prst="rect">
            <a:avLst/>
          </a:prstGeom>
          <a:solidFill>
            <a:srgbClr val="FFD000"/>
          </a:solidFill>
          <a:ln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0456" y="219456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9096" y="148132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Rewrite in Plain English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9096" y="1938528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Replace opaque GCC messages with 2-3 sentence plain explanations that any beginner can understand without Googling.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23360"/>
            <a:ext cx="3657600" cy="23774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4023360"/>
            <a:ext cx="3657600" cy="73152"/>
          </a:xfrm>
          <a:prstGeom prst="rect">
            <a:avLst/>
          </a:prstGeom>
          <a:solidFill>
            <a:srgbClr val="00E676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4023360"/>
            <a:ext cx="502920" cy="2377440"/>
          </a:xfrm>
          <a:prstGeom prst="rect">
            <a:avLst/>
          </a:prstGeom>
          <a:solidFill>
            <a:srgbClr val="00E676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484632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13308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Provide Actionable Fixes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590288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Give the student an exact code-level fix, validated against GCC to ensure the fix actually resolves the error.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70248" y="4023360"/>
            <a:ext cx="3657600" cy="23774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70248" y="4023360"/>
            <a:ext cx="3657600" cy="7315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70248" y="4023360"/>
            <a:ext cx="502920" cy="2377440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15968" y="484632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64608" y="413308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Enforce 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64608" y="4590288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Ensure fix suggestions never recommend unsafe functions (gets, strcpy, scanf without width). Flag insecure patterns.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74736" y="4023360"/>
            <a:ext cx="3657600" cy="23774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174736" y="4023360"/>
            <a:ext cx="3657600" cy="73152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174736" y="4023360"/>
            <a:ext cx="502920" cy="237744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0456" y="484632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69096" y="413308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Evaluate &amp; Score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69096" y="4590288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Quantitatively compare GCC vs AI Tutor on 4 metrics: Clarity, Actionability, Accuracy, Security (out of 5).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Novelty of the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3657600" cy="219456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3502152"/>
            <a:ext cx="3657600" cy="64008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4813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</a:rPr>
              <a:t>Compiler-Integrated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Sits between GCC and the student — not a separate checker. Uses actual GCC output, so accuracy is 100% real.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1371600"/>
            <a:ext cx="3657600" cy="219456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70248" y="3502152"/>
            <a:ext cx="3657600" cy="64008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61688" y="146304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8" y="14813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</a:rPr>
              <a:t>Hybrid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01168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Rule-based matching (instant, offline) + fine-tuned Flan-T5 Transformer (handles novel/unseen errors). Best of both worlds.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74736" y="1371600"/>
            <a:ext cx="3657600" cy="219456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74736" y="3502152"/>
            <a:ext cx="3657600" cy="64008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6175" y="146304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14815" y="14813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</a:rPr>
              <a:t>Security-Aware Fixes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5" y="201168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Unlike Stack Overflow or generic tutors, every suggested fix is checked against a blocklist of unsafe C functions.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840480"/>
            <a:ext cx="3657600" cy="219456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5971032"/>
            <a:ext cx="3657600" cy="64008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39319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95020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</a:rPr>
              <a:t>AST-Level Explanation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48056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Maps each error back to its Abstract Syntax Tree node (VarDecl, CallExpr, etc.) for a deeper, compiler-theory explanation.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70248" y="3840480"/>
            <a:ext cx="3657600" cy="219456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70248" y="5971032"/>
            <a:ext cx="3657600" cy="64008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61688" y="39319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0328" y="395020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</a:rPr>
              <a:t>Quantitative Evaluation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448056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Scores AI Tutor vs GCC on 4 rubrics across all 10 error types. Proves improvement with data, not just anecdote.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74736" y="3840480"/>
            <a:ext cx="3657600" cy="219456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74736" y="5971032"/>
            <a:ext cx="3657600" cy="64008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66175" y="39319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🖥️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14815" y="395020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</a:rPr>
              <a:t>Full GUI Demo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6175" y="448056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Dedicated dark-themed Tkinter GUI with 4 tabs: AI Tutor, AST View, Security Scan, Evaluation — all usable live.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828800"/>
            <a:ext cx="1554480" cy="1280160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196596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 File
Input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761488"/>
            <a:ext cx="1554480" cy="347472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27614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err_001.c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39" y="2240280"/>
            <a:ext cx="411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8FFF"/>
                </a:solidFill>
              </a:rPr>
              <a:t>➤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828800"/>
            <a:ext cx="1554480" cy="1280160"/>
          </a:xfrm>
          <a:prstGeom prst="rect">
            <a:avLst/>
          </a:prstGeom>
          <a:solidFill>
            <a:srgbClr val="8B44FF"/>
          </a:solidFill>
          <a:ln>
            <a:solidFill>
              <a:srgbClr val="8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94560" y="196596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GCC
Compiler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2761488"/>
            <a:ext cx="1554480" cy="347472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94560" y="27614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gcc -Wall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59" y="2240280"/>
            <a:ext cx="411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8FFF"/>
                </a:solidFill>
              </a:rPr>
              <a:t>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9079" y="1828800"/>
            <a:ext cx="1554480" cy="128016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69079" y="196596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Error
Parser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69079" y="2761488"/>
            <a:ext cx="1554480" cy="347472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69079" y="27614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Regex 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79" y="2240280"/>
            <a:ext cx="411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8FFF"/>
                </a:solidFill>
              </a:rPr>
              <a:t>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599" y="1828800"/>
            <a:ext cx="1554480" cy="1280160"/>
          </a:xfrm>
          <a:prstGeom prst="rect">
            <a:avLst/>
          </a:prstGeom>
          <a:solidFill>
            <a:srgbClr val="FFD000"/>
          </a:solidFill>
          <a:ln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599" y="196596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Pattern
Matcher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599" y="2761488"/>
            <a:ext cx="1554480" cy="347472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599" y="27614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PATTERNS[]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2240280"/>
            <a:ext cx="411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8FFF"/>
                </a:solidFill>
              </a:rPr>
              <a:t>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18119" y="1828800"/>
            <a:ext cx="1554480" cy="1280160"/>
          </a:xfrm>
          <a:prstGeom prst="rect">
            <a:avLst/>
          </a:prstGeom>
          <a:solidFill>
            <a:srgbClr val="00E676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18119" y="196596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Dataset
Lookup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18119" y="2761488"/>
            <a:ext cx="1554480" cy="347472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18119" y="27614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JSON 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19" y="2240280"/>
            <a:ext cx="411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8FFF"/>
                </a:solidFill>
              </a:rPr>
              <a:t>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2640" y="1828800"/>
            <a:ext cx="1554480" cy="1280160"/>
          </a:xfrm>
          <a:prstGeom prst="rect">
            <a:avLst/>
          </a:prstGeom>
          <a:solidFill>
            <a:srgbClr val="FF7A00"/>
          </a:solidFill>
          <a:ln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92640" y="196596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AI Tutor
Output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92640" y="2761488"/>
            <a:ext cx="1554480" cy="347472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92640" y="27614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Plain Eng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383280"/>
            <a:ext cx="11548872" cy="36576"/>
          </a:xfrm>
          <a:prstGeom prst="rect">
            <a:avLst/>
          </a:prstGeom>
          <a:solidFill>
            <a:srgbClr val="334466"/>
          </a:solidFill>
          <a:ln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6E8"/>
                </a:solidFill>
              </a:rPr>
              <a:t>Fallback (unseen errors):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0" y="3931920"/>
            <a:ext cx="2286000" cy="1005840"/>
          </a:xfrm>
          <a:prstGeom prst="rect">
            <a:avLst/>
          </a:prstGeom>
          <a:solidFill>
            <a:srgbClr val="8B44FF"/>
          </a:solidFill>
          <a:ln>
            <a:solidFill>
              <a:srgbClr val="8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3200" y="3977639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Flan-T5
Transformer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416052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8FFF"/>
                </a:solidFill>
              </a:rPr>
              <a:t>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0" y="3931920"/>
            <a:ext cx="2286000" cy="1005840"/>
          </a:xfrm>
          <a:prstGeom prst="rect">
            <a:avLst/>
          </a:prstGeom>
          <a:solidFill>
            <a:srgbClr val="8B44FF"/>
          </a:solidFill>
          <a:ln>
            <a:solidFill>
              <a:srgbClr val="8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303520" y="3977639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Fine-Tuned
Model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416052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8FFF"/>
                </a:solidFill>
              </a:rPr>
              <a:t>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63840" y="3931920"/>
            <a:ext cx="2286000" cy="1005840"/>
          </a:xfrm>
          <a:prstGeom prst="rect">
            <a:avLst/>
          </a:prstGeom>
          <a:solidFill>
            <a:srgbClr val="8B44FF"/>
          </a:solidFill>
          <a:ln>
            <a:solidFill>
              <a:srgbClr val="8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63840" y="3977639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Generated
Explanation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166360"/>
            <a:ext cx="11548872" cy="36576"/>
          </a:xfrm>
          <a:prstGeom prst="rect">
            <a:avLst/>
          </a:prstGeom>
          <a:solidFill>
            <a:srgbClr val="334466"/>
          </a:solidFill>
          <a:ln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7200" y="5212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6E8"/>
                </a:solidFill>
              </a:rPr>
              <a:t>Supporting modules: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5577840"/>
            <a:ext cx="2651760" cy="10058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20040" y="5577840"/>
            <a:ext cx="2651760" cy="54864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1479" y="5650992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annotated_errors.json
10+ error entries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49039" y="5577840"/>
            <a:ext cx="2651760" cy="10058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749039" y="5577840"/>
            <a:ext cx="2651760" cy="54864"/>
          </a:xfrm>
          <a:prstGeom prst="rect">
            <a:avLst/>
          </a:prstGeom>
          <a:solidFill>
            <a:srgbClr val="FF4D4D"/>
          </a:solidFill>
          <a:ln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840479" y="5650992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secure_checker.py
Security blocklist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78040" y="5577840"/>
            <a:ext cx="2651760" cy="10058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178040" y="5577840"/>
            <a:ext cx="2651760" cy="54864"/>
          </a:xfrm>
          <a:prstGeom prst="rect">
            <a:avLst/>
          </a:prstGeom>
          <a:solidFill>
            <a:srgbClr val="FFD000"/>
          </a:solidFill>
          <a:ln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269479" y="5650992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evaluate.py
4-metric scoring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58400" y="5577840"/>
            <a:ext cx="2651760" cy="10058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0058400" y="5577840"/>
            <a:ext cx="2651760" cy="54864"/>
          </a:xfrm>
          <a:prstGeom prst="rect">
            <a:avLst/>
          </a:prstGeom>
          <a:solidFill>
            <a:srgbClr val="00E676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149840" y="5650992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gui.py
Tkinter GUI frontend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Error Taxonomy — 5 Categories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71600"/>
            <a:ext cx="205740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2057400" cy="502920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38988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SYNTAX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9202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A8FFF"/>
                </a:solidFill>
              </a:rPr>
              <a:t>Parser Stage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79" y="2304288"/>
            <a:ext cx="1874519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79" y="2423160"/>
            <a:ext cx="1965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S1 Missing semicolon (35%)
S2 Missing closing ) 
S3 Missing closing }
S4 Too few arguments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71600"/>
            <a:ext cx="205740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78608" y="1371600"/>
            <a:ext cx="2057400" cy="50292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78608" y="138988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DECLARATION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19202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0D4AA"/>
                </a:solidFill>
              </a:rPr>
              <a:t>Symbol Table Stage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2304288"/>
            <a:ext cx="1874519" cy="36576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70048" y="2423160"/>
            <a:ext cx="1965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D1 Undeclared variable (25%)
D2 Implicit function decl (20%)
D3 Redefinition
D4 Multiple definition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37176" y="1371600"/>
            <a:ext cx="205740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837176" y="1371600"/>
            <a:ext cx="2057400" cy="502920"/>
          </a:xfrm>
          <a:prstGeom prst="rect">
            <a:avLst/>
          </a:prstGeom>
          <a:solidFill>
            <a:srgbClr val="FFD000"/>
          </a:solidFill>
          <a:ln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37176" y="138988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37176" y="19202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D000"/>
                </a:solidFill>
              </a:rPr>
              <a:t>Semantic Analyzer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28616" y="2304288"/>
            <a:ext cx="1874519" cy="36576"/>
          </a:xfrm>
          <a:prstGeom prst="rect">
            <a:avLst/>
          </a:prstGeom>
          <a:solidFill>
            <a:srgbClr val="FFD000"/>
          </a:solidFill>
          <a:ln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28616" y="2423160"/>
            <a:ext cx="1965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T1 Incompatible types
T2 Format specifier mismatch
T3 Pointer/int mismatch
T4 Return type mismatch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95744" y="1371600"/>
            <a:ext cx="205740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095744" y="1371600"/>
            <a:ext cx="2057400" cy="502920"/>
          </a:xfrm>
          <a:prstGeom prst="rect">
            <a:avLst/>
          </a:prstGeom>
          <a:solidFill>
            <a:srgbClr val="00E676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95744" y="138988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95744" y="19202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0E676"/>
                </a:solidFill>
              </a:rPr>
              <a:t>Semantic Analyzer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87183" y="2304288"/>
            <a:ext cx="1874519" cy="36576"/>
          </a:xfrm>
          <a:prstGeom prst="rect">
            <a:avLst/>
          </a:prstGeom>
          <a:solidFill>
            <a:srgbClr val="00E676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87183" y="2423160"/>
            <a:ext cx="1965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SC1 Return in void function
SC2 Control reaches end
SC3 break outside loop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54312" y="1371600"/>
            <a:ext cx="205740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354312" y="1371600"/>
            <a:ext cx="2057400" cy="502920"/>
          </a:xfrm>
          <a:prstGeom prst="rect">
            <a:avLst/>
          </a:prstGeom>
          <a:solidFill>
            <a:srgbClr val="FF4D4D"/>
          </a:solidFill>
          <a:ln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54312" y="138988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LINKER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54312" y="19202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4D4D"/>
                </a:solidFill>
              </a:rPr>
              <a:t>GNU Linker (ld)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45752" y="2304288"/>
            <a:ext cx="1874519" cy="36576"/>
          </a:xfrm>
          <a:prstGeom prst="rect">
            <a:avLst/>
          </a:prstGeom>
          <a:solidFill>
            <a:srgbClr val="FF4D4D"/>
          </a:solidFill>
          <a:ln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445752" y="2423160"/>
            <a:ext cx="1965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L1 Undefined reference
L2 Missing library (-l flag)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6E8"/>
                </a:solidFill>
              </a:rPr>
              <a:t>Frequency distribution (beginner code)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Dataset Design — annotated_errors.json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02920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029200" cy="54864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8FFF"/>
                </a:solidFill>
              </a:rPr>
              <a:t>📋  Dataset Schema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965960"/>
            <a:ext cx="182880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AA"/>
                </a:solidFill>
              </a:rPr>
              <a:t>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965960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E001 … E030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487168"/>
            <a:ext cx="182880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48716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D6E8"/>
                </a:solidFill>
              </a:rPr>
              <a:t>category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487168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Syntax / Type / 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08376"/>
            <a:ext cx="182880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008376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D6E8"/>
                </a:solidFill>
              </a:rPr>
              <a:t>gcc_error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008376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Raw GCC message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529584"/>
            <a:ext cx="182880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529584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E676"/>
                </a:solidFill>
              </a:rPr>
              <a:t>plain_explanation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529584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Beginner explanation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050791"/>
            <a:ext cx="182880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4050791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D6E8"/>
                </a:solidFill>
              </a:rPr>
              <a:t>example_code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4050791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Minimal C snippet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572000"/>
            <a:ext cx="182880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57200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E676"/>
                </a:solidFill>
              </a:rPr>
              <a:t>fix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4572000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Plain-language fix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093208"/>
            <a:ext cx="182880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09320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D6E8"/>
                </a:solidFill>
              </a:rPr>
              <a:t>fixed_code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093208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Corrected snippet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614416"/>
            <a:ext cx="182880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5614416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000"/>
                </a:solidFill>
              </a:rPr>
              <a:t>secure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5614416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true / false flag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1371600"/>
            <a:ext cx="612648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669280" y="1371600"/>
            <a:ext cx="6126480" cy="54864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806440" y="14173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AA"/>
                </a:solidFill>
              </a:rPr>
              <a:t>✅  Validation Process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1965960"/>
            <a:ext cx="5852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Step 1  Trigger exact GCC error with example_code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2423160"/>
            <a:ext cx="5852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Step 2  Apply fix → verify GCC reports no error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2880360"/>
            <a:ext cx="5852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Step 3  Confirm no new warnings introduced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6440" y="3337560"/>
            <a:ext cx="5852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Step 4  Human review of plain_explanation clarity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3794760"/>
            <a:ext cx="5852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Step 5  Security review — no unsafe functions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6440" y="4251960"/>
            <a:ext cx="5852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806440" y="4709160"/>
            <a:ext cx="5852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E676"/>
                </a:solidFill>
              </a:rPr>
              <a:t>Result  : All 10 entries ✅ Validated, ✅ Secure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06440" y="5166360"/>
            <a:ext cx="5852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         10 most frequent errors covered (E001–E015)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6440" y="5623560"/>
            <a:ext cx="5852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         25 regex patterns for matching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AST-Level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21208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212080" cy="54864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AA"/>
                </a:solidFill>
              </a:rPr>
              <a:t>🌲  What is an AST?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</a:rPr>
              <a:t>Abstract Syntax Tree (AST) is the internal tree</a:t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>structure the GCC parser builds from your C code.</a:t>
            </a:r>
          </a:p>
          <a:p>
            <a:pPr algn="l"/>
            <a:endParaRPr sz="1300" b="0">
              <a:solidFill>
                <a:srgbClr val="CCD6E8"/>
              </a:solidFill>
            </a:endParaRPr>
          </a:p>
          <a:p>
            <a:pPr algn="l"/>
            <a:r>
              <a:rPr sz="1300" b="0">
                <a:solidFill>
                  <a:srgbClr val="CCD6E8"/>
                </a:solidFill>
              </a:rPr>
              <a:t>Every line maps to an AST node type:</a:t>
            </a:r>
          </a:p>
          <a:p>
            <a:pPr algn="l"/>
            <a:endParaRPr sz="1300" b="0">
              <a:solidFill>
                <a:srgbClr val="CCD6E8"/>
              </a:solidFill>
            </a:endParaRPr>
          </a:p>
          <a:p>
            <a:pPr algn="l"/>
            <a:r>
              <a:rPr sz="1300" b="0">
                <a:solidFill>
                  <a:srgbClr val="CCD6E8"/>
                </a:solidFill>
              </a:rPr>
              <a:t> int x = 5;        →  VarDecl</a:t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> printf("hello");  →  CallExpr[printf]</a:t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> return 0;         →  ReturnStmt</a:t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> if (x &gt; 0) {      →  IfStmt</a:t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> for (... ) {      →  ForStmt</a:t>
            </a:r>
          </a:p>
          <a:p>
            <a:pPr algn="l"/>
            <a:endParaRPr sz="1300" b="0">
              <a:solidFill>
                <a:srgbClr val="CCD6E8"/>
              </a:solidFill>
            </a:endParaRPr>
          </a:p>
          <a:p>
            <a:pPr algn="l"/>
            <a:r>
              <a:rPr sz="1300" b="0">
                <a:solidFill>
                  <a:srgbClr val="CCD6E8"/>
                </a:solidFill>
              </a:rPr>
              <a:t>AST analysis tells us WHICH compiler stage caused</a:t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>the error — not just what line it's 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06440" y="1371600"/>
            <a:ext cx="603504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06440" y="1371600"/>
            <a:ext cx="6035040" cy="54864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0" y="141732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8FFF"/>
                </a:solidFill>
              </a:rPr>
              <a:t>AST VIEW: err_001_missing_semicolon.c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920240"/>
            <a:ext cx="5806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</a:rPr>
              <a:t>  Line  │  AST Node               │  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2304288"/>
            <a:ext cx="5760720" cy="27432"/>
          </a:xfrm>
          <a:prstGeom prst="rect">
            <a:avLst/>
          </a:prstGeom>
          <a:solidFill>
            <a:srgbClr val="334466"/>
          </a:solidFill>
          <a:ln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52160" y="2377440"/>
            <a:ext cx="576072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97880" y="239572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   1  IncludeDirective        #include &lt;stdio.h&gt;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852928"/>
            <a:ext cx="576072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97880" y="287121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   3  FunctionDecl            int main() {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3328416"/>
            <a:ext cx="576072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97880" y="3346704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   5  VarDecl                   int x = 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3803904"/>
            <a:ext cx="5760720" cy="438912"/>
          </a:xfrm>
          <a:prstGeom prst="rect">
            <a:avLst/>
          </a:prstGeom>
          <a:solidFill>
            <a:srgbClr val="3D1010"/>
          </a:solidFill>
          <a:ln>
            <a:solidFill>
              <a:srgbClr val="3D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97880" y="3822191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D4D"/>
                </a:solidFill>
              </a:rPr>
              <a:t>   6  VarDecl                   int y = 10  ◄ERROR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4279392"/>
            <a:ext cx="576072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97880" y="4297679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   7  CallExpr[printf]          printf("%d", x+y)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0" y="4754880"/>
            <a:ext cx="576072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97880" y="477316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   8  ReturnStmt                return 0;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0" y="5230368"/>
            <a:ext cx="576072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97880" y="524865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   9  CompoundStmt[close]     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AI Tutor — Code &amp; Sample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257800" cy="5029200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257800" cy="54864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8FFF"/>
                </a:solidFill>
              </a:rPr>
              <a:t>src/main.py  — Core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AA"/>
                </a:solidFill>
              </a:rPr>
              <a:t># Step 1: Load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3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dataset = load_dataset()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23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69747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AA"/>
                </a:solidFill>
              </a:rPr>
              <a:t># Step 2: Compile with GCC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stderr, _ = compile_file(fp)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461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52043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AA"/>
                </a:solidFill>
              </a:rPr>
              <a:t># Step 3: Parse GCC errors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94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errors = parse_errors(stderr)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06907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43434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AA"/>
                </a:solidFill>
              </a:rPr>
              <a:t># Step 4: Match → Explain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617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for err in errors: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8920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entry = match_error(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16635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  err['msg'], dataset)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44067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print(entry['plain_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7150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  explanation'])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989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print(entry['fix'])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0" y="1371600"/>
            <a:ext cx="5943600" cy="5029200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852160" y="1371600"/>
            <a:ext cx="5943600" cy="54864"/>
          </a:xfrm>
          <a:prstGeom prst="rect">
            <a:avLst/>
          </a:prstGeom>
          <a:solidFill>
            <a:srgbClr val="00E676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89320" y="141732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676"/>
                </a:solidFill>
              </a:rPr>
              <a:t>$ python src/main.py errors/err_001_missing_semicolon.c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187451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=======================================================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214883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8FFF"/>
                </a:solidFill>
              </a:rPr>
              <a:t>  AI COMPILER TUTOR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242316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  File: err_001_missing_semicolon.c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269747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000"/>
                </a:solidFill>
              </a:rPr>
              <a:t>  Found 1 issue(s)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29718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=======================================================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2461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89320" y="352043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  -- Issue #1 ------------------------------------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379476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File: err_001.c, Line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406907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D4D"/>
                </a:solidFill>
              </a:rPr>
              <a:t>  GCC : err_001.c:6:3: error: expected ';' before '}'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43434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89320" y="46177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AA"/>
                </a:solidFill>
              </a:rPr>
              <a:t>  What it means: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48920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676"/>
                </a:solidFill>
              </a:rPr>
              <a:t>   You forgot a semicolon at the end of line 6.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516635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676"/>
                </a:solidFill>
              </a:rPr>
              <a:t>   In C, every statement must end with 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544067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89320" y="57150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AA"/>
                </a:solidFill>
              </a:rPr>
              <a:t>  How to fix it: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9320" y="59893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   Change:  int y = 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10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Progress Summary — Weeks 1 to 9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1389888"/>
            <a:ext cx="1417320" cy="566928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1389888"/>
            <a:ext cx="1417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Weeks 1–2</a:t>
            </a:r>
          </a:p>
        </p:txBody>
      </p:sp>
      <p:sp>
        <p:nvSpPr>
          <p:cNvPr id="6" name="Rectangle 5"/>
          <p:cNvSpPr/>
          <p:nvPr/>
        </p:nvSpPr>
        <p:spPr>
          <a:xfrm>
            <a:off x="1847088" y="1389888"/>
            <a:ext cx="10058400" cy="566928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47088" y="1389888"/>
            <a:ext cx="10058400" cy="45720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20240" y="140817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8FFF"/>
                </a:solidFill>
              </a:rPr>
              <a:t>Phase 1: Understanding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82496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Studied GCC error format, beginner C mistakes, existing tools (clang-tidy, gcc-doc).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2112264"/>
            <a:ext cx="1417320" cy="566928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" y="2112264"/>
            <a:ext cx="1417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Weeks 3–4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47088" y="2112264"/>
            <a:ext cx="10058400" cy="566928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847088" y="2112264"/>
            <a:ext cx="10058400" cy="4572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20240" y="21305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Phase 2: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404872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Designed system architecture: pipeline (GCC -&gt; Parser -&gt; Matcher -&gt; Output), chose Flan-T5 as AI fallback.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2834640"/>
            <a:ext cx="1417320" cy="566928"/>
          </a:xfrm>
          <a:prstGeom prst="rect">
            <a:avLst/>
          </a:prstGeom>
          <a:solidFill>
            <a:srgbClr val="FFD000"/>
          </a:solidFill>
          <a:ln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7472" y="2834640"/>
            <a:ext cx="1417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Week 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47088" y="2834640"/>
            <a:ext cx="10058400" cy="566928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847088" y="2834640"/>
            <a:ext cx="10058400" cy="45720"/>
          </a:xfrm>
          <a:prstGeom prst="rect">
            <a:avLst/>
          </a:prstGeom>
          <a:solidFill>
            <a:srgbClr val="FFD000"/>
          </a:solidFill>
          <a:ln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920240" y="28529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000"/>
                </a:solidFill>
              </a:rPr>
              <a:t>Phase 3: Error Taxonomy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127248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Classified 15+ error types into 5 categories (Syntax, Declaration, Type, Scope, Linker) with GCC patterns.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3557016"/>
            <a:ext cx="1417320" cy="566928"/>
          </a:xfrm>
          <a:prstGeom prst="rect">
            <a:avLst/>
          </a:prstGeom>
          <a:solidFill>
            <a:srgbClr val="00E676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3557016"/>
            <a:ext cx="1417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Week 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47088" y="3557016"/>
            <a:ext cx="10058400" cy="566928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847088" y="3557016"/>
            <a:ext cx="10058400" cy="45720"/>
          </a:xfrm>
          <a:prstGeom prst="rect">
            <a:avLst/>
          </a:prstGeom>
          <a:solidFill>
            <a:srgbClr val="00E676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920240" y="357530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676"/>
                </a:solidFill>
              </a:rPr>
              <a:t>Phase 3: Error Collection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849624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Wrote collect_errors.py — compiled all 10 C error programs, saved raw GCC output to raw_gcc_output.json.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" y="4279392"/>
            <a:ext cx="1417320" cy="566928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7472" y="4279392"/>
            <a:ext cx="1417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Week 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47088" y="4279392"/>
            <a:ext cx="10058400" cy="566928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847088" y="4279392"/>
            <a:ext cx="10058400" cy="45720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920240" y="429767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8FFF"/>
                </a:solidFill>
              </a:rPr>
              <a:t>Phase 3: AST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4572000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Built ast_parser.py — annotates every line of a C file with its AST node type (VarDecl, CallExpr, etc.).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" y="5001768"/>
            <a:ext cx="1417320" cy="566928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47472" y="5001768"/>
            <a:ext cx="1417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Week 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47088" y="5001768"/>
            <a:ext cx="10058400" cy="566928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847088" y="5001768"/>
            <a:ext cx="10058400" cy="4572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920240" y="502005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Phase 4: Dataset Preparation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5294376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Created annotated_errors.json with 10 fully validated, security-reviewed entries. Built dataset_builder.py.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" y="5724144"/>
            <a:ext cx="1417320" cy="566928"/>
          </a:xfrm>
          <a:prstGeom prst="rect">
            <a:avLst/>
          </a:prstGeom>
          <a:solidFill>
            <a:srgbClr val="FFD000"/>
          </a:solidFill>
          <a:ln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5724144"/>
            <a:ext cx="1417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Week 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47088" y="5724144"/>
            <a:ext cx="10058400" cy="566928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847088" y="5724144"/>
            <a:ext cx="10058400" cy="45720"/>
          </a:xfrm>
          <a:prstGeom prst="rect">
            <a:avLst/>
          </a:prstGeom>
          <a:solidFill>
            <a:srgbClr val="FFD000"/>
          </a:solidFill>
          <a:ln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920240" y="5742431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000"/>
                </a:solidFill>
              </a:rPr>
              <a:t>Phase 5: AI Tutor Core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20240" y="6016752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Built main.py — full pipeline: GCC compile -&gt; regex parse -&gt; dataset lookup -&gt; plain English output.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1517</Words>
  <Application>Microsoft Office PowerPoint</Application>
  <PresentationFormat>Custom</PresentationFormat>
  <Paragraphs>247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Kundeti Pavan Teja Naga Vamsi Krishna</cp:lastModifiedBy>
  <cp:revision>1</cp:revision>
  <dcterms:created xsi:type="dcterms:W3CDTF">2013-01-27T09:14:16Z</dcterms:created>
  <dcterms:modified xsi:type="dcterms:W3CDTF">2026-04-19T17:21:24Z</dcterms:modified>
  <cp:category/>
</cp:coreProperties>
</file>