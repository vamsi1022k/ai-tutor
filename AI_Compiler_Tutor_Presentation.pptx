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AI-Based Compiler Error
Message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D4AA"/>
                </a:solidFill>
              </a:rPr>
              <a:t>AI Tutor for Beginner C Programmers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43400"/>
            <a:ext cx="45720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6E8"/>
                </a:solidFill>
              </a:rPr>
              <a:t>Course   :  Compiler Design — Semester 4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Tool     :  GCC + Python + Flan-T5 Transformer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Language :  C (C99/C11 standard)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5389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53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Definition &amp;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9384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928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682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Novelty of the Approach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437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System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55848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558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Error Taxonomy (5 Categories)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313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Dataset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5389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53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AST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929384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9293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8928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AI Tutor Pipeline —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04872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4048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3682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Code Output — Sample 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80360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8803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8437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Evaluation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55848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3558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Security Features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83133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8313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794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Conclusion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Definition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6400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📘  What is This Project?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</a:rPr>
              <a:t>An AI-powered tool that intercepts GCC compiler errors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and rewrites them into plain, beginner-friendly English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with actionable fix suggestions.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GCC says: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"error: expected ';' before '}'"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AI Tutor says: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"You forgot a semicolon at the end of line 8.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 Add ; after your statement."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852160" cy="64008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000"/>
                </a:solidFill>
              </a:rPr>
              <a:t>⚠️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19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</a:rPr>
              <a:t>GCC error messages are written for compiler engineers,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not for students learning C.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Cryptic jargon  ("lvalue", "token", "implicit")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plain English explanation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actionable fix steps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security guidance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One-liner with no context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Beginner students spend hours Googling a single error.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This project eliminates that friction.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" cy="237744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Intercept &amp;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Capture raw GCC stderr output for any .c file and parse it into structured error objects (file, line, col, message).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371600"/>
            <a:ext cx="3657600" cy="73152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502920" cy="23774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Classify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Categorise every error into one of 5 compiler phases: Syntax, Declaration, Type, Scope, Linker — using the error taxonomy.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371600"/>
            <a:ext cx="3657600" cy="73152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371600"/>
            <a:ext cx="502920" cy="237744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Rewrite in Plain English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Replace opaque GCC messages with 2-3 sentence plain explanations that any beginner can understand without Googling.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3657600" cy="73152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502920" cy="237744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Provide Actionable Fixes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Give the student an exact code-level fix, validated against GCC to ensure the fix actually resolves the error.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4023360"/>
            <a:ext cx="3657600" cy="7315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0248" y="4023360"/>
            <a:ext cx="502920" cy="237744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Enforce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Ensure fix suggestions never recommend unsafe functions (gets, strcpy, scanf without width). Flag insecure patterns.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4736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74736" y="4023360"/>
            <a:ext cx="3657600" cy="73152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74736" y="4023360"/>
            <a:ext cx="502920" cy="23774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6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Evaluate &amp;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9096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Quantitatively compare GCC vs AI Tutor on 4 metrics: Clarity, Actionability, Accuracy, Security (out of 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Novelty of the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813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Compiler-Integrated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Sits between GCC and the student — not a separate checker. Uses actual GCC output, so accuracy is 100%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463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14813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Hybrid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Rule-based matching (instant, offline) + fine-tuned Flan-T5 Transformer (handles novel/unseen errors). Best of both worlds.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463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5" y="14813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Security-Aware 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Unlike Stack Overflow or generic tutors, every suggested fix is checked against a blocklist of unsafe C functions.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502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AST-Level Explanation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Maps each error back to its Abstract Syntax Tree node (VarDecl, CallExpr, etc.) for a deeper, compiler-theory explanation.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9319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39502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Quantitative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Scores AI Tutor vs GCC on 4 rubrics across all 10 error types. Proves improvement with data, not just anecdote.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74736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5" y="39319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4815" y="39502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Full GUI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5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Dedicated dark-themed Tkinter GUI with 4 tabs: AI Tutor, AST View, Security Scan, Evaluation — all usable live.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828800"/>
            <a:ext cx="1554480" cy="128016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 File
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err_001.c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3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28800"/>
            <a:ext cx="1554480" cy="128016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GCC
Compiler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gcc -Wall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5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79" y="1828800"/>
            <a:ext cx="1554480" cy="128016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7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Error
Parser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7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Regex 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599" y="1828800"/>
            <a:ext cx="1554480" cy="128016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59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Pattern
Matcher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59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59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PATTERNS[]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19" y="1828800"/>
            <a:ext cx="1554480" cy="128016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Dataset
Lookup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1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JSON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828800"/>
            <a:ext cx="1554480" cy="1280160"/>
          </a:xfrm>
          <a:prstGeom prst="rect">
            <a:avLst/>
          </a:prstGeom>
          <a:solidFill>
            <a:srgbClr val="FF7A0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Tutor
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Plain Eng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383280"/>
            <a:ext cx="11548872" cy="36576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Fallback (unseen errors):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Flan-T5
Transformer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1605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Fine-Tuned
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41605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Generated
Explanation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166360"/>
            <a:ext cx="11548872" cy="36576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Supporting modules: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77840"/>
            <a:ext cx="265176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annotated_errors.json
10+ error entries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9039" y="5577840"/>
            <a:ext cx="2651760" cy="5486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secure_checker.py
Security blocklist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78040" y="5577840"/>
            <a:ext cx="2651760" cy="54864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evaluate.py
4-metric scoring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58400" y="5577840"/>
            <a:ext cx="2651760" cy="54864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49840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gui.py
Tkinter GUI frontend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Error Taxonomy — 5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057400" cy="50292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8FFF"/>
                </a:solidFill>
              </a:rPr>
              <a:t>Parser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2304288"/>
            <a:ext cx="1874519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S1 Missing semicolon (35%)
S2 Missing closing ) 
S3 Missing closing }
S4 Too few arguments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78608" y="1371600"/>
            <a:ext cx="2057400" cy="5029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DECLARATION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D4AA"/>
                </a:solidFill>
              </a:rPr>
              <a:t>Symbol Table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04288"/>
            <a:ext cx="1874519" cy="36576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D1 Undeclared variable (25%)
D2 Implicit function decl (20%)
D3 Redefinition
D4 Multiple definition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37176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37176" y="1371600"/>
            <a:ext cx="2057400" cy="50292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7176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D000"/>
                </a:solidFill>
              </a:rPr>
              <a:t>Semantic Analyzer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2304288"/>
            <a:ext cx="1874519" cy="36576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8616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T1 Incompatible types
T2 Format specifier mismatch
T3 Pointer/int mismatch
T4 Return type mismatch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95744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5744" y="1371600"/>
            <a:ext cx="2057400" cy="50292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E676"/>
                </a:solidFill>
              </a:rPr>
              <a:t>Semantic Analyzer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87183" y="2304288"/>
            <a:ext cx="1874519" cy="36576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7183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SC1 Return in void function
SC2 Control reaches end
SC3 break outside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54312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1371600"/>
            <a:ext cx="2057400" cy="502920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54312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LINKER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4D4D"/>
                </a:solidFill>
              </a:rPr>
              <a:t>GNU Linker (ld)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45752" y="2304288"/>
            <a:ext cx="1874519" cy="36576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5752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L1 Undefined reference
L2 Missing library (-l flag)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Frequency distribution (beginner code)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Dataset Design — annotated_errors.json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0292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0292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FFF"/>
                </a:solidFill>
              </a:rPr>
              <a:t>📋  Dataset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65960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6596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E001 … E030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87168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Syntax / Type /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08376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0837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gcc_error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00837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Raw GCC 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29584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958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plain_explanation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52958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Beginner explanation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50791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50791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example_code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050791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Minimal C snippet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572000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57200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Plain-language fix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93208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932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fixed_code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09320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Corrected snippet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614416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1441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000"/>
                </a:solidFill>
              </a:rPr>
              <a:t>secure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61441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true / false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371600"/>
            <a:ext cx="612648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1371600"/>
            <a:ext cx="612648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1417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✅  Validation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9659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1  Trigger exact GCC error with example_code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231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2  Apply fix → verify GCC reports no 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8803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3  Confirm no new warnings introduced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33375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4  Human review of plain_explanation clarity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7947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5  Security review — no unsafe functions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2519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7091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</a:rPr>
              <a:t>Result  : All 10 entries ✅ Validated, ✅ Secure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1663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         10 most frequent errors covered (E001–E015)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6235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         25 regex patterns for matching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AST-Level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21208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21208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🌲  What is an AST?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</a:rPr>
              <a:t>Abstract Syntax Tree (AST) is the internal tree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structure the GCC parser builds from your C code.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Every line maps to an AST node type: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int x = 5;        →  VarDecl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printf("hello");  →  CallExpr[printf]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return 0;         →  ReturnStmt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if (x &gt; 0) {      →  IfStmt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for (... ) {      →  ForStmt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AST analysis tells us WHICH compiler stage caused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the error — not just what line it's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371600"/>
            <a:ext cx="603504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371600"/>
            <a:ext cx="603504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AST VIEW: err_001_missing_semicolon.c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20240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  Line  │  AST Node               │ 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304288"/>
            <a:ext cx="5760720" cy="27432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2377440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395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1  IncludeDirective        #include &lt;stdio.h&gt;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852928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87121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3  FunctionDecl            int main() {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328416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3346704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5  VarDecl                   int x =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803904"/>
            <a:ext cx="5760720" cy="438912"/>
          </a:xfrm>
          <a:prstGeom prst="rect">
            <a:avLst/>
          </a:prstGeom>
          <a:solidFill>
            <a:srgbClr val="3D1010"/>
          </a:solidFill>
          <a:ln>
            <a:solidFill>
              <a:srgbClr val="3D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822191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   6  VarDecl                   int y = 10  ◄ERROR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279392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297679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7  CallExpr[printf]          printf("%d", x+y)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4754880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477316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8  ReturnStmt                return 0;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230368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524865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9  CompoundStmt[close]   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 Tutor — Code &amp; 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257800" cy="5029200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2578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src/main.py  — Core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1: Load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dataset = load_dataset()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2: Compile with GCC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stderr, _ = compile_file(fp)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3: Parse GCC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errors = parse_errors(stderr)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690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4: Match → 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for err in errors: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92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entry = match_error(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6635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err['msg'], dataset)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print(entry['plain_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15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explanation'])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print(entry['fix'])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371600"/>
            <a:ext cx="5943600" cy="5029200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1371600"/>
            <a:ext cx="5943600" cy="54864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676"/>
                </a:solidFill>
              </a:rPr>
              <a:t>$ python src/main.py errors/err_001_missing_semicolon.c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87451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=======================================================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1488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8FFF"/>
                </a:solidFill>
              </a:rPr>
              <a:t>  AI COMPILER TUTOR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423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File: err_001_missing_semicolon.c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6974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000"/>
                </a:solidFill>
              </a:rPr>
              <a:t>  Found 1 issue(s)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971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=======================================================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2461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5204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-- Issue #1 ------------------------------------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7947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File: err_001.c, Line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0690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  GCC : err_001.c:6:3: error: expected ';' before '}'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3434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617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  What it means: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8920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   You forgot a semicolon at the end of line 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16635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   In C, every statement must end with 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54406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5715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  How to fix it: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989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Change:  int y =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325880"/>
            <a:ext cx="10607040" cy="42976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441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Error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441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3441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GCC Avg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3441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3441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801368"/>
            <a:ext cx="10607040" cy="402336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013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8FFF"/>
                </a:solidFill>
              </a:rPr>
              <a:t>E001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801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Syntax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8013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2.88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8013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5.00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013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+74%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212848"/>
            <a:ext cx="10607040" cy="402336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21284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AA"/>
                </a:solidFill>
              </a:rPr>
              <a:t>E002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2128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Declaration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2128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2.88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2128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5.00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2128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+74%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2624328"/>
            <a:ext cx="10607040" cy="402336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6243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E003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26243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26243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2.50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6243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5.00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6243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3035808"/>
            <a:ext cx="10607040" cy="402336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0358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E004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30358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Declaration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0358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2.50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30358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5.00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03580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3447288"/>
            <a:ext cx="10607040" cy="402336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44728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8FFF"/>
                </a:solidFill>
              </a:rPr>
              <a:t>E005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34472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Syntax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34472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2.88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4472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5.00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4472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+74%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3858768"/>
            <a:ext cx="10607040" cy="402336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8587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AA"/>
                </a:solidFill>
              </a:rPr>
              <a:t>E006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38587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Syntax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38587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3.25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38587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5.00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8587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+54%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4270248"/>
            <a:ext cx="10607040" cy="402336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27024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AA"/>
                </a:solidFill>
              </a:rPr>
              <a:t>E009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960" y="42702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Declaration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42702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3.13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42702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5.00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42702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+60%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" y="4681728"/>
            <a:ext cx="10607040" cy="402336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681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E010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5960" y="46817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Scope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46817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2.75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46817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5.00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6817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+82%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" y="5093208"/>
            <a:ext cx="10607040" cy="402336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093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8FFF"/>
                </a:solidFill>
              </a:rPr>
              <a:t>E011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65960" y="50932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60520" y="50932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2.88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80" y="50932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5.00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509320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+74%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" y="5504688"/>
            <a:ext cx="10607040" cy="402336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50468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AA"/>
                </a:solidFill>
              </a:rPr>
              <a:t>E015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6596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Syntax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60520" y="55046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2.81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97880" y="55046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676"/>
                </a:solidFill>
              </a:rPr>
              <a:t>4.94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55046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00"/>
                </a:solidFill>
              </a:rPr>
              <a:t>+76%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" y="5961888"/>
            <a:ext cx="10607040" cy="45720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59801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OVERALL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60520" y="598017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2.84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97880" y="598017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4.99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98017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000"/>
                </a:solidFill>
              </a:rPr>
              <a:t>+76%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651760" cy="164592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7315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8FFF"/>
                </a:solidFill>
              </a:rPr>
              <a:t>+222%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Clarity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371600"/>
            <a:ext cx="2651760" cy="164592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651760" cy="73152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508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AA"/>
                </a:solidFill>
              </a:rPr>
              <a:t>+245%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Actionability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651760" cy="164592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676"/>
                </a:solidFill>
              </a:rPr>
              <a:t>Same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371600"/>
            <a:ext cx="2651760" cy="164592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371600"/>
            <a:ext cx="2651760" cy="73152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508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000"/>
                </a:solidFill>
              </a:rPr>
              <a:t>+67%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46120"/>
            <a:ext cx="11384280" cy="3291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246120"/>
            <a:ext cx="1138428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383280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✅  Designed &amp; built a complete AI-powered compiler error tutor in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803904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✅  Collected, annotated and validated a 10-entry error dataset with security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24528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✅  Built AST-level analysis to pinpoint the compiler stage causing each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4515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✅  Implemented hybrid AI: rule-based (instant) + Flan-T5 Transformer (robust)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65776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✅  Proved 76% average improvement over raw GCC across 10 error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86400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✅  Delivered a working Tkinter GUI with 4 tabs for live demonstration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07024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✅  Security-enforcing fixes: never suggests gets(), strcpy(), or unsafe scanf()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