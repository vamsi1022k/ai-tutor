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AI-Based Compiler Error
Message Rewriting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D4AA"/>
                </a:solidFill>
              </a:rPr>
              <a:t>AI Tutor for Beginner C Programmers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343400"/>
            <a:ext cx="457200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6E8"/>
                </a:solidFill>
              </a:rPr>
              <a:t>Course   :  Compiler Design — Semester 4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Tool     :  GCC + Python + Flan-T5 Transformer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Language :  C (C99/C11 standard)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Definition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64008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📘  What is This Project?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</a:rPr>
              <a:t>An AI-powered tool that intercepts GCC compiler errors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and rewrites them into plain, beginner-friendly English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with actionable fix suggestions.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GCC says: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  "error: expected ';' before '}'"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AI Tutor says: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  "You forgot a semicolon at the end of line 8.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   Add ; after your statement."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85216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852160" cy="64008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417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000"/>
                </a:solidFill>
              </a:rPr>
              <a:t>⚠️ 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874519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8"/>
                </a:solidFill>
              </a:rPr>
              <a:t>GCC error messages are written for compiler engineers,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not for students learning C.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Cryptic jargon  ("lvalue", "token", "implicit")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No plain English explanation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No actionable fix steps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No security guidance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❌  One-liner with no context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Beginner students spend hours Googling a single error.</a:t>
            </a:r>
          </a:p>
          <a:p>
            <a:pPr algn="l"/>
            <a:r>
              <a:rPr sz="1400" b="0">
                <a:solidFill>
                  <a:srgbClr val="CCD6E8"/>
                </a:solidFill>
              </a:rPr>
              <a:t>This project eliminates that friction.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7315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" cy="237744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945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8132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Intercept &amp; 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Capture raw GCC stderr output for any .c file and parse it into structured error objects (file, line, col, message).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37160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371600"/>
            <a:ext cx="3657600" cy="73152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371600"/>
            <a:ext cx="502920" cy="237744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21945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148132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Classify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93852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Categorise every error into one of 5 compiler phases: Syntax, Declaration, Type, Scope, Linker — using the error taxonomy.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37160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371600"/>
            <a:ext cx="3657600" cy="73152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371600"/>
            <a:ext cx="502920" cy="237744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1945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148132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Rewrite in Plain English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193852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Replace opaque GCC messages with 2-3 sentence plain explanations that any beginner can understand without Googling.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3657600" cy="73152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23360"/>
            <a:ext cx="502920" cy="237744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Provide Actionable Fixes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9028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Give the student an exact code-level fix, validated against GCC to ensure the fix actually resolves the error.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402336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4023360"/>
            <a:ext cx="3657600" cy="73152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0248" y="4023360"/>
            <a:ext cx="502920" cy="237744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Enforce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459028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Ensure fix suggestions never recommend unsafe functions (gets, strcpy, scanf without width). Flag insecure patterns.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74736" y="4023360"/>
            <a:ext cx="3657600" cy="23774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74736" y="4023360"/>
            <a:ext cx="3657600" cy="73152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74736" y="4023360"/>
            <a:ext cx="502920" cy="237744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0456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9096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Evaluate &amp;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9096" y="4590288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Quantitatively compare GCC vs AI Tutor on 4 metrics: Clarity, Actionability, Accuracy, Security (out of 5).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Novelty of the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350215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Compiler-Integrated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Sits between GCC and the student — not a separate checker. Uses actual GCC output, so accuracy is 100% real.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37160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0248" y="350215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Hybrid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Rule-based matching (instant, offline) + fine-tuned Flan-T5 Transformer (handles novel/unseen errors). Best of both worlds.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4736" y="137160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4736" y="350215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Security-Aware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196596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Unlike Stack Overflow or generic tutors, every suggested fix is checked against a blocklist of unsafe C functions.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97103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AST-Level 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Maps each error back to its Abstract Syntax Tree node (VarDecl, CallExpr, etc.) for a deeper, compiler-theory explanation.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384048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0248" y="597103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Quantitative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44348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Scores AI Tutor vs GCC on 4 rubrics across all 10 error types. Proves improvement with data, not just anecdote.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4736" y="3840480"/>
            <a:ext cx="3657600" cy="219456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74736" y="5971032"/>
            <a:ext cx="365760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5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Full GUI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44348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Dedicated dark-themed Tkinter GUI with 4 tabs: AI Tutor, AST View, Security Scan, Evaluation — all usable live.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828800"/>
            <a:ext cx="1554480" cy="128016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 File
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err_001.c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3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28800"/>
            <a:ext cx="1554480" cy="128016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GCC
Compiler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gcc -Wall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5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79" y="1828800"/>
            <a:ext cx="1554480" cy="128016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79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Error
Parser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79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7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Regex 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7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599" y="1828800"/>
            <a:ext cx="1554480" cy="128016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599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Pattern
Matcher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599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59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PATTERNS[]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19" y="1828800"/>
            <a:ext cx="1554480" cy="128016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19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Dataset
Lookup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19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JSON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2240280"/>
            <a:ext cx="411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828800"/>
            <a:ext cx="1554480" cy="1280160"/>
          </a:xfrm>
          <a:prstGeom prst="rect">
            <a:avLst/>
          </a:prstGeom>
          <a:solidFill>
            <a:srgbClr val="FF7A0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9659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 Tutor
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761488"/>
            <a:ext cx="1554480" cy="347472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Plain Eng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383280"/>
            <a:ext cx="11548872" cy="36576"/>
          </a:xfrm>
          <a:prstGeom prst="rect">
            <a:avLst/>
          </a:prstGeom>
          <a:solidFill>
            <a:srgbClr val="334466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Fallback (unseen errors):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931920"/>
            <a:ext cx="2286000" cy="100584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39776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Flan-T5
Transformer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1605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3931920"/>
            <a:ext cx="2286000" cy="100584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39776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Fine-Tuned
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8" y="41605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8FFF"/>
                </a:solidFill>
              </a:rPr>
              <a:t>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3931920"/>
            <a:ext cx="2286000" cy="1005840"/>
          </a:xfrm>
          <a:prstGeom prst="rect">
            <a:avLst/>
          </a:prstGeom>
          <a:solidFill>
            <a:srgbClr val="8B44FF"/>
          </a:solidFill>
          <a:ln>
            <a:solidFill>
              <a:srgbClr val="8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39776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Generated
Explanation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166360"/>
            <a:ext cx="11548872" cy="36576"/>
          </a:xfrm>
          <a:prstGeom prst="rect">
            <a:avLst/>
          </a:prstGeom>
          <a:solidFill>
            <a:srgbClr val="334466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Supporting modules: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577840"/>
            <a:ext cx="2651760" cy="54864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annotated_errors.json
10+ error entries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39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49039" y="5577840"/>
            <a:ext cx="2651760" cy="54864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79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secure_checker.py
Security blocklist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78040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78040" y="5577840"/>
            <a:ext cx="2651760" cy="54864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9479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evaluate.py
4-metric scoring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5577840"/>
            <a:ext cx="2651760" cy="100584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58400" y="5577840"/>
            <a:ext cx="2651760" cy="54864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49840" y="5650992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gui.py
Tkinter GUI frontend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Error Taxonomy — 5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2057400" cy="502920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SYNTAX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8FFF"/>
                </a:solidFill>
              </a:rPr>
              <a:t>Parser 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2304288"/>
            <a:ext cx="1874519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S1 Missing semicolon (35%)
S2 Missing closing ) 
S3 Missing closing }
S4 Too few arguments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78608" y="1371600"/>
            <a:ext cx="2057400" cy="5029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DECLARATION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D4AA"/>
                </a:solidFill>
              </a:rPr>
              <a:t>Symbol Table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04288"/>
            <a:ext cx="1874519" cy="36576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D1 Undeclared variable (25%)
D2 Implicit function decl (20%)
D3 Redefinition
D4 Multiple definition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37176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37176" y="1371600"/>
            <a:ext cx="2057400" cy="502920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7176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6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D000"/>
                </a:solidFill>
              </a:rPr>
              <a:t>Semantic Analyzer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28616" y="2304288"/>
            <a:ext cx="1874519" cy="36576"/>
          </a:xfrm>
          <a:prstGeom prst="rect">
            <a:avLst/>
          </a:prstGeom>
          <a:solidFill>
            <a:srgbClr val="FFD000"/>
          </a:solidFill>
          <a:ln>
            <a:solidFill>
              <a:srgbClr val="FF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8616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T1 Incompatible types
T2 Format specifier mismatch
T3 Pointer/int mismatch
T4 Return type mismatch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95744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5744" y="1371600"/>
            <a:ext cx="2057400" cy="502920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95744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E676"/>
                </a:solidFill>
              </a:rPr>
              <a:t>Semantic Analyzer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87183" y="2304288"/>
            <a:ext cx="1874519" cy="36576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87183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SC1 Return in void function
SC2 Control reaches end
SC3 break outside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54312" y="1371600"/>
            <a:ext cx="20574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54312" y="1371600"/>
            <a:ext cx="2057400" cy="502920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54312" y="138988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LINKER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19202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4D4D"/>
                </a:solidFill>
              </a:rPr>
              <a:t>GNU Linker (ld)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45752" y="2304288"/>
            <a:ext cx="1874519" cy="36576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5752" y="2423160"/>
            <a:ext cx="1965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L1 Undefined reference
L2 Missing library (-l flag)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8"/>
                </a:solidFill>
              </a:rPr>
              <a:t>Frequency distribution (beginner code)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Dataset Design — annotated_errors.json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02920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02920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FFF"/>
                </a:solidFill>
              </a:rPr>
              <a:t>📋  Dataset Schema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65960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AA"/>
                </a:solidFill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6596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E001 … E030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87168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4871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Syntax / Type / 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08376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0837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gcc_error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00837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Raw GCC message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29584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2958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</a:rPr>
              <a:t>plain_explanation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52958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Beginner explanation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50791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50791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example_code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050791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Minimal C snippet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572000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</a:rPr>
              <a:t>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57200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Plain-language fix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093208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932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</a:rPr>
              <a:t>fixed_code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09320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Corrected snippet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614416"/>
            <a:ext cx="182880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1441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000"/>
                </a:solidFill>
              </a:rPr>
              <a:t>secure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61441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true / false flag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1371600"/>
            <a:ext cx="612648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0" y="1371600"/>
            <a:ext cx="6126480" cy="54864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14173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✅  Validation 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19659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1  Trigger exact GCC error with example_code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231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2  Apply fix → verify GCC reports no 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28803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3  Confirm no new warnings introduced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33375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4  Human review of plain_explanation clarity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7947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Step 5  Security review — no unsafe functions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42519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47091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676"/>
                </a:solidFill>
              </a:rPr>
              <a:t>Result  : All 10 entries ✅ Validated, ✅ Secure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51663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         10 most frequent errors covered (E001–E015)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623560"/>
            <a:ext cx="5852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         25 regex patterns for matching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AST-Level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21208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212080" cy="54864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🌲  What is an AST?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8"/>
                </a:solidFill>
              </a:rPr>
              <a:t>Abstract Syntax Tree (AST) is the internal tree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structure the GCC parser builds from your C code.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Every line maps to an AST node type: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int x = 5;        →  VarDecl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printf("hello");  →  CallExpr[printf]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return 0;         →  ReturnStmt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if (x &gt; 0) {      →  IfStmt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 for (... ) {      →  ForStmt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AST analysis tells us WHICH compiler stage caused</a:t>
            </a:r>
          </a:p>
          <a:p>
            <a:pPr algn="l"/>
            <a:r>
              <a:rPr sz="1300" b="0">
                <a:solidFill>
                  <a:srgbClr val="CCD6E8"/>
                </a:solidFill>
              </a:rPr>
              <a:t>the error — not just what line it's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371600"/>
            <a:ext cx="6035040" cy="502920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440" y="1371600"/>
            <a:ext cx="603504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417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FFF"/>
                </a:solidFill>
              </a:rPr>
              <a:t>AST VIEW: err_001_missing_semicolon.c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920240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  Line  │  AST Node               │ 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304288"/>
            <a:ext cx="5760720" cy="27432"/>
          </a:xfrm>
          <a:prstGeom prst="rect">
            <a:avLst/>
          </a:prstGeom>
          <a:solidFill>
            <a:srgbClr val="334466"/>
          </a:solidFill>
          <a:ln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2377440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3957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1  IncludeDirective        #include &lt;stdio.h&gt;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852928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87121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3  FunctionDecl            int main() {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328416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3346704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5  VarDecl                   int x =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3803904"/>
            <a:ext cx="5760720" cy="438912"/>
          </a:xfrm>
          <a:prstGeom prst="rect">
            <a:avLst/>
          </a:prstGeom>
          <a:solidFill>
            <a:srgbClr val="3D1010"/>
          </a:solidFill>
          <a:ln>
            <a:solidFill>
              <a:srgbClr val="3D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3822191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   6  VarDecl                   int y = 10  ◄ERROR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279392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4297679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7  CallExpr[printf]          printf("%d", x+y)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4754880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477316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8  ReturnStmt                return 0;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5230368"/>
            <a:ext cx="5760720" cy="438912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524865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9  CompoundStmt[close]    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AI Tutor — Code &amp; Sample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257800" cy="5029200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257800" cy="54864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FFF"/>
                </a:solidFill>
              </a:rPr>
              <a:t>src/main.py  — Core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1: Load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dataset = load_dataset()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2: Compile with GCC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stderr, _ = compile_file(fp)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3: Parse GCC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errors = parse_errors(stderr)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690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43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# Step 4: Match → 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17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for err in errors: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92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entry = match_error(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6635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err['msg'], dataset)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print(entry['plain_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15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explanation'])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print(entry['fix'])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1371600"/>
            <a:ext cx="5943600" cy="5029200"/>
          </a:xfrm>
          <a:prstGeom prst="rect">
            <a:avLst/>
          </a:prstGeom>
          <a:solidFill>
            <a:srgbClr val="060F1E"/>
          </a:solidFill>
          <a:ln>
            <a:solidFill>
              <a:srgbClr val="06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0" y="1371600"/>
            <a:ext cx="5943600" cy="54864"/>
          </a:xfrm>
          <a:prstGeom prst="rect">
            <a:avLst/>
          </a:prstGeom>
          <a:solidFill>
            <a:srgbClr val="00E676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417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676"/>
                </a:solidFill>
              </a:rPr>
              <a:t>$ python src/main.py errors/err_001_missing_semicolon.c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87451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=======================================================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1488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8FFF"/>
                </a:solidFill>
              </a:rPr>
              <a:t>  AI COMPILER TUTOR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4231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File: err_001_missing_semicolon.c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6974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000"/>
                </a:solidFill>
              </a:rPr>
              <a:t>  Found 1 issue(s)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9718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=======================================================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2461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5204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-- Issue #1 ------------------------------------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7947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File: err_001.c, Line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0690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  GCC : err_001.c:6:3: error: expected ';' before '}'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3434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617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  What it means: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8920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   You forgot a semicolon at the end of line 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516635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676"/>
                </a:solidFill>
              </a:rPr>
              <a:t>   In C, every statement must end with 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54406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5715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</a:rPr>
              <a:t>  How to fix it: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5989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   Change:  int y =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475488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64008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8FFF"/>
                </a:solidFill>
              </a:rPr>
              <a:t>Core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8"/>
                </a:solidFill>
              </a:rPr>
              <a:t>Fully working AI Tutor Implemented.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Pipeline successfully bridges GCC and AI fallback.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Quantitative Improvements: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+222% Clarity improvement over raw GCC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+245% Actionability improvement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Average score +2.25 points (+82%)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852160" cy="475488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85216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AA"/>
                </a:solidFill>
              </a:rPr>
              <a:t>System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8"/>
                </a:solidFill>
              </a:rPr>
              <a:t>Web Interface (Flask):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Beautiful dark-mode UI for live interaction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AST viewpoint and Security tabs enabled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Performance Check: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Security safeguards block 100% of unsafe code injections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AST parser covers 100% of tested Beginner constructs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Security Blocklist &amp; Enforcement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475488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73152"/>
          </a:xfrm>
          <a:prstGeom prst="rect">
            <a:avLst/>
          </a:prstGeom>
          <a:solidFill>
            <a:srgbClr val="FF4D4D"/>
          </a:solidFill>
          <a:ln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4D4D"/>
                </a:solidFill>
              </a:rPr>
              <a:t>Safe Code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6E8"/>
                </a:solidFill>
              </a:rPr>
              <a:t>The AI restricts usage of inherently unsafe C functions prone to memory corruption.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If an unsafe function is typed by the student—or predicted by the model—the engine highlights it and blocks it.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Rules Enforced: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  • gets()                 → Reject (Use fgets instead)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  • strcpy() / strcat()    → Reject (Use strncpy / strncat instead)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  • scanf("%s")           → Reject (Enforce width like scanf("%49s"))</a:t>
            </a:r>
          </a:p>
          <a:p>
            <a:pPr algn="l"/>
            <a:r>
              <a:rPr sz="1800" b="0">
                <a:solidFill>
                  <a:srgbClr val="CCD6E8"/>
                </a:solidFill>
              </a:rPr>
              <a:t>  • system()               → Reject (Shell Injection risk)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Model Training (Flan-T5)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475488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64008"/>
          </a:xfrm>
          <a:prstGeom prst="rect">
            <a:avLst/>
          </a:prstGeom>
          <a:solidFill>
            <a:srgbClr val="1A8FFF"/>
          </a:solidFill>
          <a:ln>
            <a:solidFill>
              <a:srgbClr val="1A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8FFF"/>
                </a:solidFill>
              </a:rPr>
              <a:t>Training Pipeline &amp;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8"/>
                </a:solidFill>
              </a:rPr>
              <a:t>Google Flan-T5 was fine-tuned locally using PyTorch and Hugging Face Transformers.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Dataset Augmentation: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Expanded 33 base errors into ~11,550 variations.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Prompt Formats: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'Explain this C compiler error...'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'Fix this GCC warning...'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Framework: Seq2Seq Trainer (Epochs: 3, LR: 3e-4)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5852160" cy="4754880"/>
          </a:xfrm>
          <a:prstGeom prst="rect">
            <a:avLst/>
          </a:prstGeom>
          <a:solidFill>
            <a:srgbClr val="12253D"/>
          </a:solidFill>
          <a:ln>
            <a:solidFill>
              <a:srgbClr val="12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852160" cy="64008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AA"/>
                </a:solidFill>
              </a:rPr>
              <a:t>Inference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6E8"/>
                </a:solidFill>
              </a:rPr>
              <a:t>Fallback Method: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The neural model is only invoked when regex heuristics yield zero algorithmic matches.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Performance Stats: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Inference Time: &lt; 15 seconds (Local CPU)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Memory Footprint: ~300MB</a:t>
            </a:r>
          </a:p>
          <a:p>
            <a:pPr algn="l"/>
            <a:r>
              <a:rPr sz="1500" b="0">
                <a:solidFill>
                  <a:srgbClr val="CCD6E8"/>
                </a:solidFill>
              </a:rPr>
              <a:t>  • Environment: Completely offline (Private execution).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6E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